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ptos Bold" charset="1" panose="020B0004020202020204"/>
      <p:regular r:id="rId11"/>
    </p:embeddedFont>
    <p:embeddedFont>
      <p:font typeface="Aptos" charset="1" panose="020B0004020202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9" y="0"/>
            <a:ext cx="18301840" cy="10293591"/>
            <a:chOff x="0" y="0"/>
            <a:chExt cx="24402453" cy="13724788"/>
          </a:xfrm>
        </p:grpSpPr>
        <p:sp>
          <p:nvSpPr>
            <p:cNvPr name="Freeform 3" id="3" descr="1000132744.png"/>
            <p:cNvSpPr/>
            <p:nvPr/>
          </p:nvSpPr>
          <p:spPr>
            <a:xfrm flipH="false" flipV="false" rot="0">
              <a:off x="0" y="0"/>
              <a:ext cx="24402414" cy="13724762"/>
            </a:xfrm>
            <a:custGeom>
              <a:avLst/>
              <a:gdLst/>
              <a:ahLst/>
              <a:cxnLst/>
              <a:rect r="r" b="b" t="t" l="l"/>
              <a:pathLst>
                <a:path h="137247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4762"/>
                  </a:lnTo>
                  <a:lnTo>
                    <a:pt x="0" y="13724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29636" y="828123"/>
            <a:ext cx="3302956" cy="77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4"/>
              </a:lnSpc>
            </a:pPr>
            <a:r>
              <a:rPr lang="en-US" b="true" sz="4503">
                <a:solidFill>
                  <a:srgbClr val="BE0012"/>
                </a:solidFill>
                <a:latin typeface="Aptos Bold"/>
                <a:ea typeface="Aptos Bold"/>
                <a:cs typeface="Aptos Bold"/>
                <a:sym typeface="Aptos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29577" y="2385041"/>
            <a:ext cx="10214686" cy="2049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5"/>
              </a:lnSpc>
            </a:pPr>
            <a:r>
              <a:rPr lang="en-US" sz="2701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• Project / Innovation Name: __________________________________</a:t>
            </a:r>
          </a:p>
          <a:p>
            <a:pPr algn="just">
              <a:lnSpc>
                <a:spcPts val="3225"/>
              </a:lnSpc>
            </a:pPr>
            <a:r>
              <a:rPr lang="en-US" sz="2701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• Team Name: _________________________________________________ • Team Members and Classes: __________________________________ • School Name: _______________________________________________ • Briefly introduce your idea in 1–2 sentences.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44939" y="9234173"/>
            <a:ext cx="2770394" cy="25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b="true" sz="1500">
                <a:solidFill>
                  <a:srgbClr val="BE0012"/>
                </a:solidFill>
                <a:latin typeface="Aptos Bold"/>
                <a:ea typeface="Aptos Bold"/>
                <a:cs typeface="Aptos Bold"/>
                <a:sym typeface="Aptos Bold"/>
              </a:rPr>
              <a:t>SBIX 1.0 • Innovation Challenge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9" y="0"/>
            <a:ext cx="18301840" cy="10293591"/>
            <a:chOff x="0" y="0"/>
            <a:chExt cx="24402453" cy="13724788"/>
          </a:xfrm>
        </p:grpSpPr>
        <p:sp>
          <p:nvSpPr>
            <p:cNvPr name="Freeform 3" id="3" descr="1000132744.png"/>
            <p:cNvSpPr/>
            <p:nvPr/>
          </p:nvSpPr>
          <p:spPr>
            <a:xfrm flipH="false" flipV="false" rot="0">
              <a:off x="0" y="0"/>
              <a:ext cx="24402414" cy="13724762"/>
            </a:xfrm>
            <a:custGeom>
              <a:avLst/>
              <a:gdLst/>
              <a:ahLst/>
              <a:cxnLst/>
              <a:rect r="r" b="b" t="t" l="l"/>
              <a:pathLst>
                <a:path h="137247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4762"/>
                  </a:lnTo>
                  <a:lnTo>
                    <a:pt x="0" y="13724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11217" y="828123"/>
            <a:ext cx="5176514" cy="77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4"/>
              </a:lnSpc>
            </a:pPr>
            <a:r>
              <a:rPr lang="en-US" b="true" sz="4503">
                <a:solidFill>
                  <a:srgbClr val="BE0012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10527" y="2388489"/>
            <a:ext cx="7612847" cy="190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3152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• What problem have you identified?</a:t>
            </a:r>
          </a:p>
          <a:p>
            <a:pPr algn="l">
              <a:lnSpc>
                <a:spcPts val="3751"/>
              </a:lnSpc>
            </a:pPr>
            <a:r>
              <a:rPr lang="en-US" sz="3152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• Who faces this problem?</a:t>
            </a:r>
          </a:p>
          <a:p>
            <a:pPr algn="l">
              <a:lnSpc>
                <a:spcPts val="3751"/>
              </a:lnSpc>
            </a:pPr>
            <a:r>
              <a:rPr lang="en-US" sz="3152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• Why is it important to solve this problem? • Add a real-life example, if possible.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44939" y="9234173"/>
            <a:ext cx="2770394" cy="25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b="true" sz="1500">
                <a:solidFill>
                  <a:srgbClr val="BE0012"/>
                </a:solidFill>
                <a:latin typeface="Aptos Bold"/>
                <a:ea typeface="Aptos Bold"/>
                <a:cs typeface="Aptos Bold"/>
                <a:sym typeface="Aptos Bold"/>
              </a:rPr>
              <a:t>SBIX 1.0 • Innovation Challenge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9" y="0"/>
            <a:ext cx="18301840" cy="10293591"/>
            <a:chOff x="0" y="0"/>
            <a:chExt cx="24402453" cy="13724788"/>
          </a:xfrm>
        </p:grpSpPr>
        <p:sp>
          <p:nvSpPr>
            <p:cNvPr name="Freeform 3" id="3" descr="1000132744.png"/>
            <p:cNvSpPr/>
            <p:nvPr/>
          </p:nvSpPr>
          <p:spPr>
            <a:xfrm flipH="false" flipV="false" rot="0">
              <a:off x="0" y="0"/>
              <a:ext cx="24402414" cy="13724762"/>
            </a:xfrm>
            <a:custGeom>
              <a:avLst/>
              <a:gdLst/>
              <a:ahLst/>
              <a:cxnLst/>
              <a:rect r="r" b="b" t="t" l="l"/>
              <a:pathLst>
                <a:path h="137247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4762"/>
                  </a:lnTo>
                  <a:lnTo>
                    <a:pt x="0" y="13724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749186" y="828123"/>
            <a:ext cx="4895164" cy="77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4"/>
              </a:lnSpc>
            </a:pPr>
            <a:r>
              <a:rPr lang="en-US" b="true" sz="4503">
                <a:solidFill>
                  <a:srgbClr val="BE0012"/>
                </a:solidFill>
                <a:latin typeface="Aptos Bold"/>
                <a:ea typeface="Aptos Bold"/>
                <a:cs typeface="Aptos Bold"/>
                <a:sym typeface="Aptos Bold"/>
              </a:rPr>
              <a:t>Proposed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10527" y="2388489"/>
            <a:ext cx="7664072" cy="1434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3152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• What is your proposed solution?</a:t>
            </a:r>
          </a:p>
          <a:p>
            <a:pPr algn="l">
              <a:lnSpc>
                <a:spcPts val="3751"/>
              </a:lnSpc>
            </a:pPr>
            <a:r>
              <a:rPr lang="en-US" sz="3152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• How will it solve the problem?</a:t>
            </a:r>
          </a:p>
          <a:p>
            <a:pPr algn="l">
              <a:lnSpc>
                <a:spcPts val="3751"/>
              </a:lnSpc>
            </a:pPr>
            <a:r>
              <a:rPr lang="en-US" sz="3152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• What makes your idea useful or different?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44939" y="9234173"/>
            <a:ext cx="2770394" cy="25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b="true" sz="1500">
                <a:solidFill>
                  <a:srgbClr val="BE0012"/>
                </a:solidFill>
                <a:latin typeface="Aptos Bold"/>
                <a:ea typeface="Aptos Bold"/>
                <a:cs typeface="Aptos Bold"/>
                <a:sym typeface="Aptos Bold"/>
              </a:rPr>
              <a:t>SBIX 1.0 • Innovation Challenge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9" y="0"/>
            <a:ext cx="18301840" cy="10293591"/>
            <a:chOff x="0" y="0"/>
            <a:chExt cx="24402453" cy="13724788"/>
          </a:xfrm>
        </p:grpSpPr>
        <p:sp>
          <p:nvSpPr>
            <p:cNvPr name="Freeform 3" id="3" descr="1000132744.png"/>
            <p:cNvSpPr/>
            <p:nvPr/>
          </p:nvSpPr>
          <p:spPr>
            <a:xfrm flipH="false" flipV="false" rot="0">
              <a:off x="0" y="0"/>
              <a:ext cx="24402414" cy="13724762"/>
            </a:xfrm>
            <a:custGeom>
              <a:avLst/>
              <a:gdLst/>
              <a:ahLst/>
              <a:cxnLst/>
              <a:rect r="r" b="b" t="t" l="l"/>
              <a:pathLst>
                <a:path h="137247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4762"/>
                  </a:lnTo>
                  <a:lnTo>
                    <a:pt x="0" y="13724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284718" y="898512"/>
            <a:ext cx="7882623" cy="64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b="true" sz="3752">
                <a:solidFill>
                  <a:srgbClr val="BE0012"/>
                </a:solidFill>
                <a:latin typeface="Aptos Bold"/>
                <a:ea typeface="Aptos Bold"/>
                <a:cs typeface="Aptos Bold"/>
                <a:sym typeface="Aptos Bold"/>
              </a:rPr>
              <a:t>Working and Description of the Idea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10527" y="2388489"/>
            <a:ext cx="10280685" cy="143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3152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• Explain how your innovation will work, step by step.</a:t>
            </a:r>
          </a:p>
          <a:p>
            <a:pPr algn="l">
              <a:lnSpc>
                <a:spcPts val="3751"/>
              </a:lnSpc>
            </a:pPr>
            <a:r>
              <a:rPr lang="en-US" sz="3152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• Mention the materials, tools, or technology you may use.</a:t>
            </a:r>
          </a:p>
          <a:p>
            <a:pPr algn="l">
              <a:lnSpc>
                <a:spcPts val="3751"/>
              </a:lnSpc>
            </a:pPr>
            <a:r>
              <a:rPr lang="en-US" sz="3152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 • Add a labelled sketch, diagram, or flowchart if possible.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44939" y="9234173"/>
            <a:ext cx="2770394" cy="25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b="true" sz="1500">
                <a:solidFill>
                  <a:srgbClr val="BE0012"/>
                </a:solidFill>
                <a:latin typeface="Aptos Bold"/>
                <a:ea typeface="Aptos Bold"/>
                <a:cs typeface="Aptos Bold"/>
                <a:sym typeface="Aptos Bold"/>
              </a:rPr>
              <a:t>SBIX 1.0 • Innovation Challenge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9" y="0"/>
            <a:ext cx="18301840" cy="10293591"/>
            <a:chOff x="0" y="0"/>
            <a:chExt cx="24402453" cy="13724788"/>
          </a:xfrm>
        </p:grpSpPr>
        <p:sp>
          <p:nvSpPr>
            <p:cNvPr name="Freeform 3" id="3" descr="1000132744.png"/>
            <p:cNvSpPr/>
            <p:nvPr/>
          </p:nvSpPr>
          <p:spPr>
            <a:xfrm flipH="false" flipV="false" rot="0">
              <a:off x="0" y="0"/>
              <a:ext cx="24402414" cy="13724762"/>
            </a:xfrm>
            <a:custGeom>
              <a:avLst/>
              <a:gdLst/>
              <a:ahLst/>
              <a:cxnLst/>
              <a:rect r="r" b="b" t="t" l="l"/>
              <a:pathLst>
                <a:path h="137247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4762"/>
                  </a:lnTo>
                  <a:lnTo>
                    <a:pt x="0" y="13724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655995" y="828123"/>
            <a:ext cx="3045228" cy="77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4"/>
              </a:lnSpc>
            </a:pPr>
            <a:r>
              <a:rPr lang="en-US" b="true" sz="4503">
                <a:solidFill>
                  <a:srgbClr val="BE0012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10527" y="2388489"/>
            <a:ext cx="7899063" cy="1434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3152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• What benefits will your innovation provide? • Who will benefit from it?</a:t>
            </a:r>
          </a:p>
          <a:p>
            <a:pPr algn="l">
              <a:lnSpc>
                <a:spcPts val="3751"/>
              </a:lnSpc>
            </a:pPr>
            <a:r>
              <a:rPr lang="en-US" sz="3152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• What impact could it have in the future?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44939" y="9234173"/>
            <a:ext cx="2770394" cy="25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b="true" sz="1500">
                <a:solidFill>
                  <a:srgbClr val="BE0012"/>
                </a:solidFill>
                <a:latin typeface="Aptos Bold"/>
                <a:ea typeface="Aptos Bold"/>
                <a:cs typeface="Aptos Bold"/>
                <a:sym typeface="Aptos Bold"/>
              </a:rPr>
              <a:t>SBIX 1.0 • Innovation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DAHXkyHtGq8</dc:identifier>
  <dcterms:modified xsi:type="dcterms:W3CDTF">2011-08-01T06:04:30Z</dcterms:modified>
  <cp:revision>1</cp:revision>
  <dc:title>SBIX 1.0 Innovation Challenge Template — Editable</dc:title>
</cp:coreProperties>
</file>